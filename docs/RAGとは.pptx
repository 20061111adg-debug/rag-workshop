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評価制度の目標として、RAGを自分で実装しました。仕組みと、作って分かったことを共有します。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今日いちばん伝えたい点です。AIに検索機能は付いていません。探すのは普通のプログラムで、AIは渡された文章を読んでいるだけです。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RAGの検索に使われる技術は、大きくこの6つです。準備の3つは事前に1回やるだけ。質問のたびに動くのは後半の3つです。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モデルを変えずに切り方だけでここまで変わりました。埋め込む文章の先頭に1行足すだけです。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ここでブラウザのデモをお見せします。app.py を起動して『全構成を比較』を押してください。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評価する側を評価しないと気づけません。ここが今回いちばんの学びでした。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ご清聴ありがとうございました。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ここから先は飛ばします。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権限制御は必ず聞かれます。今回は未実装だと正直に伝えます。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効きました、ではなく、この規模では大きな差だけが確認できました、が正確です。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自作して分かったこと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RAG とは何か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93192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社内文書検索の仕組みを、自分で組んで確かめた記録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AI は検索していない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は社内規程を知らない。だから「関係する部分を探して一緒に渡す」— これが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❌ よくある誤解 ： AI が社内文書を探しに行って答える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質問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「在宅勤務の手当は？」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1868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11879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40479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探す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普通のプログラム
AI は関与しない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0760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2940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貼り付け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見つけた文章を
質問の上に置く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9652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8972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1832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AI に渡す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の出番はここだけ
1 回呼ぶ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88720" y="4754880"/>
            <a:ext cx="9784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探す段階で見つけられなかった文書は、AI がどれだけ賢くても答えに出てこない。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だから RAG の改善は、AI を変えるより「探し方」を直すほうが効く。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使われている技術は 6 つだけ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準備が 3 つ、質問が来てから 3 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準備すること（質問が来る前に 1 回やるだけ）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7899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切る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分厚い規程を紙切れに小分けする。
どこで切るかが精度に一番効く。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〈チャンク分割〉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9087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数字にする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紙切れを数字の列に変換する。
意味が近い紙は近い数字になる。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〈埋め込み〉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0275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しまう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数字をまとめて棚にしまう。
これで探せる状態になる。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〈索引〉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質問が来てから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078992" y="4636007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探す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同じ言葉の紙を探す方法と、
意味が近い紙を探す方法がある。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〈BM25 / ベクトル検索〉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690872" y="4636007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順番を決める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2つの結果を1つにまとめる。
上位だけ見比べて並べ直す。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〈融合 / リランク〉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02752" y="4636007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に渡す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上位の紙を数枚、質問と一緒に。
ここで初めて AI が登場する。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〈プロンプト〉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いちばん効いたのは「文書の切り方」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のモデルは一切変えていない。切り方を直しただけ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10312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決まった文字数で切る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…離席についてSlackに投稿すること。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6. 通信費および設備の補助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在宅勤務手当として月額5,000円を…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前の話の途中で始まり、次の話の途中で終わる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74519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29400" y="210312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✓ 見出しごとに切り、見出しを頭に付ける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リモートワーク規程 ＞ 6. 通信費および設備の補助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在宅勤務手当として月額5,000円を支給する。…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この 1 行があるだけで、何の話か分かる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30175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2468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切り方を直す前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0.605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69080" y="4663440"/>
            <a:ext cx="640080" cy="411480"/>
          </a:xfrm>
          <a:prstGeom prst="rightArrow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37760" y="3977639"/>
            <a:ext cx="3017520" cy="173736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12080" y="4206240"/>
            <a:ext cx="2468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直した後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0.927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20624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41 問で測定（1.0 が満点）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高性能な AI に替えるより、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地味な前処理が効いた。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デモ ： 探し方を変えると結果が変わる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質問「VaultTeam って何ですか」に対する各構成の 1 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探し方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9659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1 位に出た文書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965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24780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素朴（文字数で切る）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7802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経費について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4780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0.2ms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7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3136391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言葉で探す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13639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136391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0.1ms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48455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379475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③ 意味で探す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79475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79475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10ms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306823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4453127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④ 両方を混ぜる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5312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445312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8.6ms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965191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97280" y="5111495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⑤ ＋ 並べ替え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111495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✓ 情報セキュリティガイドライン / アカウントと認証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5111495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296ms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150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並べ替えを足した構成だけが正解に辿り着く。ただし検索時間は 0.1ms → 296ms と 3 桁違う。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精度と速度は引き合う。どこで折り合うかは、使う人が何秒待てるかで決まる。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いちばんの学び ： 測る物差しが壊れていた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41 問のうち 2 問、正解の場所を間違えて登録していた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4C3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697480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間違えていた時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ある種類の質問だけ成績が伸びず、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「これは検索では解決できない問題だ」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と結論づけていた。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しかも、その確信は強かった。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46888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75120" y="2697480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直した後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その種類の質問は、実は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素朴な構成でも全部解けていた。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結論はまるごと逆になった。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別の結論も 1 つひっくり返った。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測る物差しが狂っていると、間違った結論に自信を持ってたどり着く。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いまは、正解表そのものを毎回自動で検査するようにしている。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02996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は検索していない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探すのは普通のプログラム。探せなかったものは AI には救えない。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9184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331012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効いたのは地味な前処理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文書の切り方を直しただけで 0.605 → 0.927。モデルは変えていない。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459028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測る物差しを先に疑う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正解表が 2 問間違っていて、結論が 2 つ逆になった。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検証は全てローカルで完結。文書は 1 バイトも外に出していない。費用も 0 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コードと解説は社内リポジトリに。手元で動かせます。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60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付録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E5E0DA"/>
                </a:solidFill>
                <a:latin typeface="Yu Gothic"/>
                <a:ea typeface="Yu Gothic"/>
                <a:cs typeface="Yu Gothic"/>
              </a:rPr>
              <a:t>以下は発表では飛ばします。質問が出たとき用。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付録 ： データはどこまで外に出るか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「学習されますか」より「保存されますか、どこに」が正しい問い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23113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検索だけ（今回作った範囲）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2311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何も外に出ない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52928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07238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検索はローカル ＋ 回答生成だけ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7238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ヒットした一部の文章のみ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94176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3913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文書の数値化も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9136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全文書を外部に送信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35424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7548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生成もローカル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754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何も外に出ない（要スペック）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864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43000" y="5669280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今回の検証は全てローカルで完結。文書は 1 バイトも外に出していない。費用も 0 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権限制御は未実装。実運用では「その人が見てよい文書だけ」を検索対象にする仕組みが必須。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付録 ： この数字をどこまで信じてよいか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41 問という規模には、検出できる差の下限がある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26771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文書の切り方を変えた効果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1284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+0.32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26771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十分に大きい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両方を混ぜた効果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21868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+0.008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2735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誤差と区別できない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427939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並べ替えを足した効果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22452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+0.05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279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この問題数では確かめられない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自信を持って言えるのは「文書の切り方」の効果だけ。残り 2 つは、そう見えただけかもしれない。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手法そのものを否定するものではない。言えないのは「この 41 問で証明した」という部分。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